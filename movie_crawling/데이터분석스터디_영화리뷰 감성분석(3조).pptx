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15" Target="../media/image28.png" Type="http://schemas.openxmlformats.org/officeDocument/2006/relationships/image"/><Relationship Id="rId16" Target="../media/image29.png" Type="http://schemas.openxmlformats.org/officeDocument/2006/relationships/image"/><Relationship Id="rId17" Target="../media/image30.png" Type="http://schemas.openxmlformats.org/officeDocument/2006/relationships/image"/><Relationship Id="rId18" Target="../media/image31.png" Type="http://schemas.openxmlformats.org/officeDocument/2006/relationships/image"/><Relationship Id="rId19" Target="../media/image32.png" Type="http://schemas.openxmlformats.org/officeDocument/2006/relationships/image"/><Relationship Id="rId2" Target="../media/image1.png" Type="http://schemas.openxmlformats.org/officeDocument/2006/relationships/image"/><Relationship Id="rId20" Target="../media/image33.png" Type="http://schemas.openxmlformats.org/officeDocument/2006/relationships/image"/><Relationship Id="rId21" Target="../media/image34.png" Type="http://schemas.openxmlformats.org/officeDocument/2006/relationships/image"/><Relationship Id="rId22" Target="../media/image35.png" Type="http://schemas.openxmlformats.org/officeDocument/2006/relationships/image"/><Relationship Id="rId23" Target="../media/image8.png" Type="http://schemas.openxmlformats.org/officeDocument/2006/relationships/image"/><Relationship Id="rId24" Target="../media/image9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14" Target="../media/image43.png" Type="http://schemas.openxmlformats.org/officeDocument/2006/relationships/image"/><Relationship Id="rId15" Target="../media/image44.png" Type="http://schemas.openxmlformats.org/officeDocument/2006/relationships/image"/><Relationship Id="rId16" Target="../media/image45.png" Type="http://schemas.openxmlformats.org/officeDocument/2006/relationships/image"/><Relationship Id="rId17" Target="../media/image46.png" Type="http://schemas.openxmlformats.org/officeDocument/2006/relationships/image"/><Relationship Id="rId18" Target="../media/image47.png" Type="http://schemas.openxmlformats.org/officeDocument/2006/relationships/image"/><Relationship Id="rId19" Target="../media/image48.png" Type="http://schemas.openxmlformats.org/officeDocument/2006/relationships/image"/><Relationship Id="rId2" Target="../media/image1.png" Type="http://schemas.openxmlformats.org/officeDocument/2006/relationships/image"/><Relationship Id="rId20" Target="../media/image49.png" Type="http://schemas.openxmlformats.org/officeDocument/2006/relationships/image"/><Relationship Id="rId21" Target="../media/image50.png" Type="http://schemas.openxmlformats.org/officeDocument/2006/relationships/image"/><Relationship Id="rId22" Target="../media/image51.png" Type="http://schemas.openxmlformats.org/officeDocument/2006/relationships/image"/><Relationship Id="rId23" Target="../media/image52.png" Type="http://schemas.openxmlformats.org/officeDocument/2006/relationships/image"/><Relationship Id="rId24" Target="../media/image53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58.png" Type="http://schemas.openxmlformats.org/officeDocument/2006/relationships/image"/><Relationship Id="rId14" Target="../media/image59.png" Type="http://schemas.openxmlformats.org/officeDocument/2006/relationships/image"/><Relationship Id="rId15" Target="../media/image60.png" Type="http://schemas.openxmlformats.org/officeDocument/2006/relationships/image"/><Relationship Id="rId16" Target="../media/image61.png" Type="http://schemas.openxmlformats.org/officeDocument/2006/relationships/image"/><Relationship Id="rId17" Target="../media/image62.png" Type="http://schemas.openxmlformats.org/officeDocument/2006/relationships/image"/><Relationship Id="rId18" Target="../media/image63.png" Type="http://schemas.openxmlformats.org/officeDocument/2006/relationships/image"/><Relationship Id="rId19" Target="../media/image64.png" Type="http://schemas.openxmlformats.org/officeDocument/2006/relationships/image"/><Relationship Id="rId2" Target="../media/image1.png" Type="http://schemas.openxmlformats.org/officeDocument/2006/relationships/image"/><Relationship Id="rId20" Target="../media/image65.png" Type="http://schemas.openxmlformats.org/officeDocument/2006/relationships/image"/><Relationship Id="rId21" Target="../media/image66.png" Type="http://schemas.openxmlformats.org/officeDocument/2006/relationships/image"/><Relationship Id="rId22" Target="../media/image67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75.png" Type="http://schemas.openxmlformats.org/officeDocument/2006/relationships/image"/><Relationship Id="rId13" Target="../media/image76.png" Type="http://schemas.openxmlformats.org/officeDocument/2006/relationships/image"/><Relationship Id="rId14" Target="../media/image77.png" Type="http://schemas.openxmlformats.org/officeDocument/2006/relationships/image"/><Relationship Id="rId15" Target="../media/image78.png" Type="http://schemas.openxmlformats.org/officeDocument/2006/relationships/image"/><Relationship Id="rId16" Target="../media/image79.png" Type="http://schemas.openxmlformats.org/officeDocument/2006/relationships/image"/><Relationship Id="rId17" Target="../media/image80.png" Type="http://schemas.openxmlformats.org/officeDocument/2006/relationships/image"/><Relationship Id="rId18" Target="../media/image81.png" Type="http://schemas.openxmlformats.org/officeDocument/2006/relationships/image"/><Relationship Id="rId19" Target="../media/image82.png" Type="http://schemas.openxmlformats.org/officeDocument/2006/relationships/image"/><Relationship Id="rId2" Target="../media/image1.png" Type="http://schemas.openxmlformats.org/officeDocument/2006/relationships/image"/><Relationship Id="rId20" Target="../media/image83.png" Type="http://schemas.openxmlformats.org/officeDocument/2006/relationships/image"/><Relationship Id="rId21" Target="../media/image84.png" Type="http://schemas.openxmlformats.org/officeDocument/2006/relationships/image"/><Relationship Id="rId22" Target="../media/image85.png" Type="http://schemas.openxmlformats.org/officeDocument/2006/relationships/image"/><Relationship Id="rId23" Target="../media/image86.png" Type="http://schemas.openxmlformats.org/officeDocument/2006/relationships/image"/><Relationship Id="rId24" Target="../media/image87.png" Type="http://schemas.openxmlformats.org/officeDocument/2006/relationships/image"/><Relationship Id="rId25" Target="../media/image8.png" Type="http://schemas.openxmlformats.org/officeDocument/2006/relationships/image"/><Relationship Id="rId26" Target="../media/image9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93.png" Type="http://schemas.openxmlformats.org/officeDocument/2006/relationships/image"/><Relationship Id="rId13" Target="../media/image94.png" Type="http://schemas.openxmlformats.org/officeDocument/2006/relationships/image"/><Relationship Id="rId14" Target="../media/image95.png" Type="http://schemas.openxmlformats.org/officeDocument/2006/relationships/image"/><Relationship Id="rId15" Target="../media/image96.png" Type="http://schemas.openxmlformats.org/officeDocument/2006/relationships/image"/><Relationship Id="rId16" Target="../media/image97.png" Type="http://schemas.openxmlformats.org/officeDocument/2006/relationships/image"/><Relationship Id="rId17" Target="../media/image98.png" Type="http://schemas.openxmlformats.org/officeDocument/2006/relationships/image"/><Relationship Id="rId18" Target="../media/image99.png" Type="http://schemas.openxmlformats.org/officeDocument/2006/relationships/image"/><Relationship Id="rId19" Target="../media/image100.png" Type="http://schemas.openxmlformats.org/officeDocument/2006/relationships/image"/><Relationship Id="rId2" Target="../media/image1.png" Type="http://schemas.openxmlformats.org/officeDocument/2006/relationships/image"/><Relationship Id="rId20" Target="../media/image101.png" Type="http://schemas.openxmlformats.org/officeDocument/2006/relationships/image"/><Relationship Id="rId21" Target="../media/image102.png" Type="http://schemas.openxmlformats.org/officeDocument/2006/relationships/image"/><Relationship Id="rId22" Target="../media/image103.png" Type="http://schemas.openxmlformats.org/officeDocument/2006/relationships/image"/><Relationship Id="rId23" Target="../media/image104.png" Type="http://schemas.openxmlformats.org/officeDocument/2006/relationships/image"/><Relationship Id="rId24" Target="../media/image105.png" Type="http://schemas.openxmlformats.org/officeDocument/2006/relationships/image"/><Relationship Id="rId25" Target="../media/image106.png" Type="http://schemas.openxmlformats.org/officeDocument/2006/relationships/image"/><Relationship Id="rId26" Target="../media/image107.png" Type="http://schemas.openxmlformats.org/officeDocument/2006/relationships/image"/><Relationship Id="rId27" Target="../media/image108.png" Type="http://schemas.openxmlformats.org/officeDocument/2006/relationships/image"/><Relationship Id="rId28" Target="../media/image109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88.png" Type="http://schemas.openxmlformats.org/officeDocument/2006/relationships/image"/><Relationship Id="rId6" Target="../media/image89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11" Target="../media/image112.png" Type="http://schemas.openxmlformats.org/officeDocument/2006/relationships/image"/><Relationship Id="rId12" Target="../media/image113.png" Type="http://schemas.openxmlformats.org/officeDocument/2006/relationships/image"/><Relationship Id="rId13" Target="../media/image114.png" Type="http://schemas.openxmlformats.org/officeDocument/2006/relationships/image"/><Relationship Id="rId14" Target="../media/image115.png" Type="http://schemas.openxmlformats.org/officeDocument/2006/relationships/image"/><Relationship Id="rId15" Target="../media/image116.png" Type="http://schemas.openxmlformats.org/officeDocument/2006/relationships/image"/><Relationship Id="rId16" Target="../media/image117.png" Type="http://schemas.openxmlformats.org/officeDocument/2006/relationships/image"/><Relationship Id="rId17" Target="../media/image118.png" Type="http://schemas.openxmlformats.org/officeDocument/2006/relationships/image"/><Relationship Id="rId18" Target="../media/image119.png" Type="http://schemas.openxmlformats.org/officeDocument/2006/relationships/image"/><Relationship Id="rId19" Target="../media/image120.png" Type="http://schemas.openxmlformats.org/officeDocument/2006/relationships/image"/><Relationship Id="rId2" Target="../media/image1.png" Type="http://schemas.openxmlformats.org/officeDocument/2006/relationships/image"/><Relationship Id="rId20" Target="../media/image121.png" Type="http://schemas.openxmlformats.org/officeDocument/2006/relationships/image"/><Relationship Id="rId21" Target="../media/image122.png" Type="http://schemas.openxmlformats.org/officeDocument/2006/relationships/image"/><Relationship Id="rId22" Target="../media/image123.png" Type="http://schemas.openxmlformats.org/officeDocument/2006/relationships/image"/><Relationship Id="rId23" Target="../media/image124.png" Type="http://schemas.openxmlformats.org/officeDocument/2006/relationships/image"/><Relationship Id="rId24" Target="../media/image12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10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93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9.png" Type="http://schemas.openxmlformats.org/officeDocument/2006/relationships/image"/><Relationship Id="rId11" Target="../media/image130.png" Type="http://schemas.openxmlformats.org/officeDocument/2006/relationships/image"/><Relationship Id="rId12" Target="../media/image8.png" Type="http://schemas.openxmlformats.org/officeDocument/2006/relationships/image"/><Relationship Id="rId13" Target="../media/image9.png" Type="http://schemas.openxmlformats.org/officeDocument/2006/relationships/image"/><Relationship Id="rId14" Target="../media/image93.png" Type="http://schemas.openxmlformats.org/officeDocument/2006/relationships/image"/><Relationship Id="rId15" Target="../media/image131.png" Type="http://schemas.openxmlformats.org/officeDocument/2006/relationships/image"/><Relationship Id="rId16" Target="../media/image132.png" Type="http://schemas.openxmlformats.org/officeDocument/2006/relationships/image"/><Relationship Id="rId17" Target="../media/image133.pn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126.png" Type="http://schemas.openxmlformats.org/officeDocument/2006/relationships/image"/><Relationship Id="rId8" Target="../media/image127.png" Type="http://schemas.openxmlformats.org/officeDocument/2006/relationships/image"/><Relationship Id="rId9" Target="../media/image1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39.png" Type="http://schemas.openxmlformats.org/officeDocument/2006/relationships/image"/><Relationship Id="rId13" Target="../media/image140.png" Type="http://schemas.openxmlformats.org/officeDocument/2006/relationships/image"/><Relationship Id="rId14" Target="../media/image141.png" Type="http://schemas.openxmlformats.org/officeDocument/2006/relationships/image"/><Relationship Id="rId15" Target="../media/image142.png" Type="http://schemas.openxmlformats.org/officeDocument/2006/relationships/image"/><Relationship Id="rId16" Target="../media/image143.png" Type="http://schemas.openxmlformats.org/officeDocument/2006/relationships/image"/><Relationship Id="rId17" Target="../media/image144.pn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34.png" Type="http://schemas.openxmlformats.org/officeDocument/2006/relationships/image"/><Relationship Id="rId6" Target="../media/image135.png" Type="http://schemas.openxmlformats.org/officeDocument/2006/relationships/image"/><Relationship Id="rId7" Target="../media/image136.png" Type="http://schemas.openxmlformats.org/officeDocument/2006/relationships/image"/><Relationship Id="rId8" Target="../media/image137.png" Type="http://schemas.openxmlformats.org/officeDocument/2006/relationships/image"/><Relationship Id="rId9" Target="../media/image13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9.png" Type="http://schemas.openxmlformats.org/officeDocument/2006/relationships/image"/><Relationship Id="rId11" Target="../media/image140.png" Type="http://schemas.openxmlformats.org/officeDocument/2006/relationships/image"/><Relationship Id="rId12" Target="../media/image147.png" Type="http://schemas.openxmlformats.org/officeDocument/2006/relationships/image"/><Relationship Id="rId13" Target="../media/image148.png" Type="http://schemas.openxmlformats.org/officeDocument/2006/relationships/image"/><Relationship Id="rId14" Target="../media/image55.png" Type="http://schemas.openxmlformats.org/officeDocument/2006/relationships/image"/><Relationship Id="rId15" Target="../media/image149.png" Type="http://schemas.openxmlformats.org/officeDocument/2006/relationships/image"/><Relationship Id="rId16" Target="../media/image150.png" Type="http://schemas.openxmlformats.org/officeDocument/2006/relationships/image"/><Relationship Id="rId17" Target="../media/image151.png" Type="http://schemas.openxmlformats.org/officeDocument/2006/relationships/image"/><Relationship Id="rId18" Target="../media/image152.png" Type="http://schemas.openxmlformats.org/officeDocument/2006/relationships/image"/><Relationship Id="rId19" Target="../media/image153.pn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37.png" Type="http://schemas.openxmlformats.org/officeDocument/2006/relationships/image"/><Relationship Id="rId6" Target="../media/image145.png" Type="http://schemas.openxmlformats.org/officeDocument/2006/relationships/image"/><Relationship Id="rId7" Target="../media/image146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39.png" Type="http://schemas.openxmlformats.org/officeDocument/2006/relationships/image"/><Relationship Id="rId12" Target="../media/image157.png" Type="http://schemas.openxmlformats.org/officeDocument/2006/relationships/image"/><Relationship Id="rId13" Target="../media/image158.png" Type="http://schemas.openxmlformats.org/officeDocument/2006/relationships/image"/><Relationship Id="rId14" Target="../media/image159.png" Type="http://schemas.openxmlformats.org/officeDocument/2006/relationships/image"/><Relationship Id="rId15" Target="../media/image160.png" Type="http://schemas.openxmlformats.org/officeDocument/2006/relationships/image"/><Relationship Id="rId16" Target="../media/image161.png" Type="http://schemas.openxmlformats.org/officeDocument/2006/relationships/image"/><Relationship Id="rId17" Target="../media/image72.png" Type="http://schemas.openxmlformats.org/officeDocument/2006/relationships/image"/><Relationship Id="rId18" Target="../media/image162.png" Type="http://schemas.openxmlformats.org/officeDocument/2006/relationships/image"/><Relationship Id="rId19" Target="../media/image163.png" Type="http://schemas.openxmlformats.org/officeDocument/2006/relationships/image"/><Relationship Id="rId2" Target="../media/image1.png" Type="http://schemas.openxmlformats.org/officeDocument/2006/relationships/image"/><Relationship Id="rId20" Target="../media/image164.png" Type="http://schemas.openxmlformats.org/officeDocument/2006/relationships/image"/><Relationship Id="rId3" Target="../media/image16.png" Type="http://schemas.openxmlformats.org/officeDocument/2006/relationships/image"/><Relationship Id="rId4" Target="../media/image111.png" Type="http://schemas.openxmlformats.org/officeDocument/2006/relationships/image"/><Relationship Id="rId5" Target="../media/image17.png" Type="http://schemas.openxmlformats.org/officeDocument/2006/relationships/image"/><Relationship Id="rId6" Target="../media/image154.png" Type="http://schemas.openxmlformats.org/officeDocument/2006/relationships/image"/><Relationship Id="rId7" Target="../media/image155.png" Type="http://schemas.openxmlformats.org/officeDocument/2006/relationships/image"/><Relationship Id="rId8" Target="../media/image156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9.png" Type="http://schemas.openxmlformats.org/officeDocument/2006/relationships/image"/><Relationship Id="rId11" Target="../media/image157.png" Type="http://schemas.openxmlformats.org/officeDocument/2006/relationships/image"/><Relationship Id="rId12" Target="../media/image168.png" Type="http://schemas.openxmlformats.org/officeDocument/2006/relationships/image"/><Relationship Id="rId13" Target="../media/image169.png" Type="http://schemas.openxmlformats.org/officeDocument/2006/relationships/image"/><Relationship Id="rId14" Target="../media/image170.png" Type="http://schemas.openxmlformats.org/officeDocument/2006/relationships/image"/><Relationship Id="rId15" Target="../media/image171.png" Type="http://schemas.openxmlformats.org/officeDocument/2006/relationships/image"/><Relationship Id="rId16" Target="../media/image112.png" Type="http://schemas.openxmlformats.org/officeDocument/2006/relationships/image"/><Relationship Id="rId17" Target="../media/image172.png" Type="http://schemas.openxmlformats.org/officeDocument/2006/relationships/image"/><Relationship Id="rId18" Target="../media/image173.png" Type="http://schemas.openxmlformats.org/officeDocument/2006/relationships/image"/><Relationship Id="rId19" Target="../media/image174.png" Type="http://schemas.openxmlformats.org/officeDocument/2006/relationships/image"/><Relationship Id="rId2" Target="../media/image1.png" Type="http://schemas.openxmlformats.org/officeDocument/2006/relationships/image"/><Relationship Id="rId20" Target="../media/image175.png" Type="http://schemas.openxmlformats.org/officeDocument/2006/relationships/image"/><Relationship Id="rId21" Target="../media/image176.png" Type="http://schemas.openxmlformats.org/officeDocument/2006/relationships/image"/><Relationship Id="rId22" Target="../media/image177.png" Type="http://schemas.openxmlformats.org/officeDocument/2006/relationships/image"/><Relationship Id="rId23" Target="../media/image178.png" Type="http://schemas.openxmlformats.org/officeDocument/2006/relationships/image"/><Relationship Id="rId24" Target="../media/image179.png" Type="http://schemas.openxmlformats.org/officeDocument/2006/relationships/image"/><Relationship Id="rId25" Target="../media/image180.png" Type="http://schemas.openxmlformats.org/officeDocument/2006/relationships/image"/><Relationship Id="rId26" Target="../media/image181.png" Type="http://schemas.openxmlformats.org/officeDocument/2006/relationships/image"/><Relationship Id="rId27" Target="../media/image182.png" Type="http://schemas.openxmlformats.org/officeDocument/2006/relationships/image"/><Relationship Id="rId3" Target="../media/image16.png" Type="http://schemas.openxmlformats.org/officeDocument/2006/relationships/image"/><Relationship Id="rId4" Target="../media/image165.png" Type="http://schemas.openxmlformats.org/officeDocument/2006/relationships/image"/><Relationship Id="rId5" Target="../media/image166.png" Type="http://schemas.openxmlformats.org/officeDocument/2006/relationships/image"/><Relationship Id="rId6" Target="../media/image17.png" Type="http://schemas.openxmlformats.org/officeDocument/2006/relationships/image"/><Relationship Id="rId7" Target="../media/image16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4.png" Type="http://schemas.openxmlformats.org/officeDocument/2006/relationships/image"/><Relationship Id="rId11" Target="../media/image185.png" Type="http://schemas.openxmlformats.org/officeDocument/2006/relationships/image"/><Relationship Id="rId12" Target="../media/image186.png" Type="http://schemas.openxmlformats.org/officeDocument/2006/relationships/image"/><Relationship Id="rId13" Target="../media/image187.png" Type="http://schemas.openxmlformats.org/officeDocument/2006/relationships/image"/><Relationship Id="rId14" Target="../media/image188.png" Type="http://schemas.openxmlformats.org/officeDocument/2006/relationships/image"/><Relationship Id="rId15" Target="../media/image189.png" Type="http://schemas.openxmlformats.org/officeDocument/2006/relationships/image"/><Relationship Id="rId16" Target="../media/image190.png" Type="http://schemas.openxmlformats.org/officeDocument/2006/relationships/image"/><Relationship Id="rId17" Target="../media/image191.png" Type="http://schemas.openxmlformats.org/officeDocument/2006/relationships/image"/><Relationship Id="rId18" Target="../media/image192.png" Type="http://schemas.openxmlformats.org/officeDocument/2006/relationships/image"/><Relationship Id="rId19" Target="../media/image193.png" Type="http://schemas.openxmlformats.org/officeDocument/2006/relationships/image"/><Relationship Id="rId2" Target="../media/image1.png" Type="http://schemas.openxmlformats.org/officeDocument/2006/relationships/image"/><Relationship Id="rId20" Target="../media/image194.png" Type="http://schemas.openxmlformats.org/officeDocument/2006/relationships/image"/><Relationship Id="rId21" Target="../media/image195.png" Type="http://schemas.openxmlformats.org/officeDocument/2006/relationships/image"/><Relationship Id="rId22" Target="../media/image196.png" Type="http://schemas.openxmlformats.org/officeDocument/2006/relationships/image"/><Relationship Id="rId23" Target="../media/image197.png" Type="http://schemas.openxmlformats.org/officeDocument/2006/relationships/image"/><Relationship Id="rId24" Target="../media/image198.png" Type="http://schemas.openxmlformats.org/officeDocument/2006/relationships/image"/><Relationship Id="rId25" Target="../media/image199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3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39.png" Type="http://schemas.openxmlformats.org/officeDocument/2006/relationships/image"/><Relationship Id="rId9" Target="../media/image15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39.png" Type="http://schemas.openxmlformats.org/officeDocument/2006/relationships/image"/><Relationship Id="rId13" Target="../media/image205.png" Type="http://schemas.openxmlformats.org/officeDocument/2006/relationships/image"/><Relationship Id="rId14" Target="../media/image206.png" Type="http://schemas.openxmlformats.org/officeDocument/2006/relationships/image"/><Relationship Id="rId15" Target="../media/image207.png" Type="http://schemas.openxmlformats.org/officeDocument/2006/relationships/image"/><Relationship Id="rId16" Target="../media/image208.png" Type="http://schemas.openxmlformats.org/officeDocument/2006/relationships/image"/><Relationship Id="rId17" Target="../media/image72.png" Type="http://schemas.openxmlformats.org/officeDocument/2006/relationships/image"/><Relationship Id="rId18" Target="../media/image209.png" Type="http://schemas.openxmlformats.org/officeDocument/2006/relationships/image"/><Relationship Id="rId19" Target="../media/image210.png" Type="http://schemas.openxmlformats.org/officeDocument/2006/relationships/image"/><Relationship Id="rId2" Target="../media/image1.png" Type="http://schemas.openxmlformats.org/officeDocument/2006/relationships/image"/><Relationship Id="rId20" Target="../media/image211.png" Type="http://schemas.openxmlformats.org/officeDocument/2006/relationships/image"/><Relationship Id="rId21" Target="../media/image212.png" Type="http://schemas.openxmlformats.org/officeDocument/2006/relationships/image"/><Relationship Id="rId22" Target="../media/image213.png" Type="http://schemas.openxmlformats.org/officeDocument/2006/relationships/image"/><Relationship Id="rId23" Target="../media/image214.png" Type="http://schemas.openxmlformats.org/officeDocument/2006/relationships/image"/><Relationship Id="rId24" Target="../media/image215.png" Type="http://schemas.openxmlformats.org/officeDocument/2006/relationships/image"/><Relationship Id="rId25" Target="../media/image216.png" Type="http://schemas.openxmlformats.org/officeDocument/2006/relationships/image"/><Relationship Id="rId26" Target="../media/image217.png" Type="http://schemas.openxmlformats.org/officeDocument/2006/relationships/image"/><Relationship Id="rId27" Target="../media/image218.png" Type="http://schemas.openxmlformats.org/officeDocument/2006/relationships/image"/><Relationship Id="rId28" Target="../media/image219.png" Type="http://schemas.openxmlformats.org/officeDocument/2006/relationships/image"/><Relationship Id="rId29" Target="../media/image220.png" Type="http://schemas.openxmlformats.org/officeDocument/2006/relationships/image"/><Relationship Id="rId3" Target="../media/image16.png" Type="http://schemas.openxmlformats.org/officeDocument/2006/relationships/image"/><Relationship Id="rId30" Target="../media/image221.png" Type="http://schemas.openxmlformats.org/officeDocument/2006/relationships/image"/><Relationship Id="rId31" Target="../media/image222.png" Type="http://schemas.openxmlformats.org/officeDocument/2006/relationships/image"/><Relationship Id="rId32" Target="../media/image223.png" Type="http://schemas.openxmlformats.org/officeDocument/2006/relationships/image"/><Relationship Id="rId33" Target="../media/image224.png" Type="http://schemas.openxmlformats.org/officeDocument/2006/relationships/image"/><Relationship Id="rId34" Target="../media/image225.png" Type="http://schemas.openxmlformats.org/officeDocument/2006/relationships/image"/><Relationship Id="rId4" Target="../media/image200.png" Type="http://schemas.openxmlformats.org/officeDocument/2006/relationships/image"/><Relationship Id="rId5" Target="../media/image17.png" Type="http://schemas.openxmlformats.org/officeDocument/2006/relationships/image"/><Relationship Id="rId6" Target="../media/image201.png" Type="http://schemas.openxmlformats.org/officeDocument/2006/relationships/image"/><Relationship Id="rId7" Target="../media/image202.png" Type="http://schemas.openxmlformats.org/officeDocument/2006/relationships/image"/><Relationship Id="rId8" Target="../media/image203.png" Type="http://schemas.openxmlformats.org/officeDocument/2006/relationships/image"/><Relationship Id="rId9" Target="../media/image20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7.png" Type="http://schemas.openxmlformats.org/officeDocument/2006/relationships/image"/><Relationship Id="rId11" Target="../media/image228.png" Type="http://schemas.openxmlformats.org/officeDocument/2006/relationships/image"/><Relationship Id="rId12" Target="../media/image229.png" Type="http://schemas.openxmlformats.org/officeDocument/2006/relationships/image"/><Relationship Id="rId13" Target="../media/image230.png" Type="http://schemas.openxmlformats.org/officeDocument/2006/relationships/image"/><Relationship Id="rId14" Target="../media/image231.png" Type="http://schemas.openxmlformats.org/officeDocument/2006/relationships/image"/><Relationship Id="rId15" Target="../media/image232.png" Type="http://schemas.openxmlformats.org/officeDocument/2006/relationships/image"/><Relationship Id="rId16" Target="../media/image233.png" Type="http://schemas.openxmlformats.org/officeDocument/2006/relationships/image"/><Relationship Id="rId17" Target="../media/image72.png" Type="http://schemas.openxmlformats.org/officeDocument/2006/relationships/image"/><Relationship Id="rId18" Target="../media/image234.png" Type="http://schemas.openxmlformats.org/officeDocument/2006/relationships/image"/><Relationship Id="rId19" Target="../media/image235.png" Type="http://schemas.openxmlformats.org/officeDocument/2006/relationships/image"/><Relationship Id="rId2" Target="../media/image1.png" Type="http://schemas.openxmlformats.org/officeDocument/2006/relationships/image"/><Relationship Id="rId20" Target="../media/image236.png" Type="http://schemas.openxmlformats.org/officeDocument/2006/relationships/image"/><Relationship Id="rId21" Target="../media/image237.png" Type="http://schemas.openxmlformats.org/officeDocument/2006/relationships/image"/><Relationship Id="rId22" Target="../media/image238.png" Type="http://schemas.openxmlformats.org/officeDocument/2006/relationships/image"/><Relationship Id="rId23" Target="../media/image239.png" Type="http://schemas.openxmlformats.org/officeDocument/2006/relationships/image"/><Relationship Id="rId24" Target="../media/image240.png" Type="http://schemas.openxmlformats.org/officeDocument/2006/relationships/image"/><Relationship Id="rId25" Target="../media/image241.png" Type="http://schemas.openxmlformats.org/officeDocument/2006/relationships/image"/><Relationship Id="rId26" Target="../media/image242.png" Type="http://schemas.openxmlformats.org/officeDocument/2006/relationships/image"/><Relationship Id="rId27" Target="../media/image243.png" Type="http://schemas.openxmlformats.org/officeDocument/2006/relationships/image"/><Relationship Id="rId28" Target="../media/image244.png" Type="http://schemas.openxmlformats.org/officeDocument/2006/relationships/image"/><Relationship Id="rId29" Target="../media/image245.png" Type="http://schemas.openxmlformats.org/officeDocument/2006/relationships/image"/><Relationship Id="rId3" Target="../media/image134.png" Type="http://schemas.openxmlformats.org/officeDocument/2006/relationships/image"/><Relationship Id="rId30" Target="../media/image246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226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3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9.png" Type="http://schemas.openxmlformats.org/officeDocument/2006/relationships/image"/><Relationship Id="rId11" Target="../media/image250.png" Type="http://schemas.openxmlformats.org/officeDocument/2006/relationships/image"/><Relationship Id="rId12" Target="../media/image251.png" Type="http://schemas.openxmlformats.org/officeDocument/2006/relationships/image"/><Relationship Id="rId13" Target="../media/image252.png" Type="http://schemas.openxmlformats.org/officeDocument/2006/relationships/image"/><Relationship Id="rId14" Target="../media/image253.png" Type="http://schemas.openxmlformats.org/officeDocument/2006/relationships/image"/><Relationship Id="rId15" Target="../media/image254.png" Type="http://schemas.openxmlformats.org/officeDocument/2006/relationships/image"/><Relationship Id="rId16" Target="../media/image255.png" Type="http://schemas.openxmlformats.org/officeDocument/2006/relationships/image"/><Relationship Id="rId17" Target="../media/image256.png" Type="http://schemas.openxmlformats.org/officeDocument/2006/relationships/image"/><Relationship Id="rId18" Target="../media/image257.png" Type="http://schemas.openxmlformats.org/officeDocument/2006/relationships/image"/><Relationship Id="rId19" Target="../media/image258.png" Type="http://schemas.openxmlformats.org/officeDocument/2006/relationships/image"/><Relationship Id="rId2" Target="../media/image1.png" Type="http://schemas.openxmlformats.org/officeDocument/2006/relationships/image"/><Relationship Id="rId20" Target="../media/image259.png" Type="http://schemas.openxmlformats.org/officeDocument/2006/relationships/image"/><Relationship Id="rId21" Target="../media/image260.png" Type="http://schemas.openxmlformats.org/officeDocument/2006/relationships/image"/><Relationship Id="rId22" Target="../media/image261.png" Type="http://schemas.openxmlformats.org/officeDocument/2006/relationships/image"/><Relationship Id="rId23" Target="../media/image262.png" Type="http://schemas.openxmlformats.org/officeDocument/2006/relationships/image"/><Relationship Id="rId24" Target="../media/image263.png" Type="http://schemas.openxmlformats.org/officeDocument/2006/relationships/image"/><Relationship Id="rId25" Target="../media/image264.png" Type="http://schemas.openxmlformats.org/officeDocument/2006/relationships/image"/><Relationship Id="rId26" Target="../media/image265.png" Type="http://schemas.openxmlformats.org/officeDocument/2006/relationships/image"/><Relationship Id="rId27" Target="../media/image266.png" Type="http://schemas.openxmlformats.org/officeDocument/2006/relationships/image"/><Relationship Id="rId28" Target="../media/image267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24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39.png" Type="http://schemas.openxmlformats.org/officeDocument/2006/relationships/image"/><Relationship Id="rId9" Target="../media/image24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271.png" Type="http://schemas.openxmlformats.org/officeDocument/2006/relationships/image"/><Relationship Id="rId12" Target="../media/image272.png" Type="http://schemas.openxmlformats.org/officeDocument/2006/relationships/image"/><Relationship Id="rId13" Target="../media/image273.png" Type="http://schemas.openxmlformats.org/officeDocument/2006/relationships/image"/><Relationship Id="rId14" Target="../media/image274.png" Type="http://schemas.openxmlformats.org/officeDocument/2006/relationships/image"/><Relationship Id="rId15" Target="../media/image275.pn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54.png" Type="http://schemas.openxmlformats.org/officeDocument/2006/relationships/image"/><Relationship Id="rId6" Target="../media/image268.png" Type="http://schemas.openxmlformats.org/officeDocument/2006/relationships/image"/><Relationship Id="rId7" Target="../media/image269.png" Type="http://schemas.openxmlformats.org/officeDocument/2006/relationships/image"/><Relationship Id="rId8" Target="../media/image270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9.png" Type="http://schemas.openxmlformats.org/officeDocument/2006/relationships/image"/><Relationship Id="rId11" Target="../media/image280.png" Type="http://schemas.openxmlformats.org/officeDocument/2006/relationships/image"/><Relationship Id="rId12" Target="../media/image281.png" Type="http://schemas.openxmlformats.org/officeDocument/2006/relationships/image"/><Relationship Id="rId13" Target="../media/image282.png" Type="http://schemas.openxmlformats.org/officeDocument/2006/relationships/image"/><Relationship Id="rId14" Target="../media/image283.png" Type="http://schemas.openxmlformats.org/officeDocument/2006/relationships/image"/><Relationship Id="rId15" Target="../media/image284.png" Type="http://schemas.openxmlformats.org/officeDocument/2006/relationships/image"/><Relationship Id="rId16" Target="../media/image285.png" Type="http://schemas.openxmlformats.org/officeDocument/2006/relationships/image"/><Relationship Id="rId17" Target="../media/image286.png" Type="http://schemas.openxmlformats.org/officeDocument/2006/relationships/image"/><Relationship Id="rId18" Target="../media/image287.pn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276.png" Type="http://schemas.openxmlformats.org/officeDocument/2006/relationships/image"/><Relationship Id="rId6" Target="../media/image277.png" Type="http://schemas.openxmlformats.org/officeDocument/2006/relationships/image"/><Relationship Id="rId7" Target="../media/image278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88.png" Type="http://schemas.openxmlformats.org/officeDocument/2006/relationships/image"/><Relationship Id="rId6" Target="../media/image289.png" Type="http://schemas.openxmlformats.org/officeDocument/2006/relationships/image"/><Relationship Id="rId7" Target="../media/image290.png" Type="http://schemas.openxmlformats.org/officeDocument/2006/relationships/image"/><Relationship Id="rId8" Target="../media/image291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787400"/>
            <a:ext cx="168021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9461500"/>
            <a:ext cx="17716500" cy="546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42200" y="2374900"/>
            <a:ext cx="3390900" cy="609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299700" y="7658100"/>
            <a:ext cx="431800" cy="25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556500" y="7658100"/>
            <a:ext cx="4318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75400" y="2349500"/>
            <a:ext cx="47117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4902200" y="3175000"/>
            <a:ext cx="23710900" cy="2133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305800" y="9588500"/>
            <a:ext cx="292100" cy="292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585200" y="9563100"/>
            <a:ext cx="1384300" cy="660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204700" y="965200"/>
            <a:ext cx="70739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01700" y="977900"/>
            <a:ext cx="901700" cy="711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699000" y="7442200"/>
            <a:ext cx="2971800" cy="546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759700" y="7442200"/>
            <a:ext cx="2641600" cy="546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071100" y="7442200"/>
            <a:ext cx="3149600" cy="546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-6032500" y="3352800"/>
            <a:ext cx="25577800" cy="513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303500" y="9486900"/>
            <a:ext cx="32131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175000" y="3429000"/>
            <a:ext cx="1866900" cy="154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8100" y="4305300"/>
            <a:ext cx="4864100" cy="1092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0000" y="5118100"/>
            <a:ext cx="4724400" cy="927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93100" y="3429000"/>
            <a:ext cx="1854200" cy="1549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235700" y="4305300"/>
            <a:ext cx="5016500" cy="1092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108700" y="5118100"/>
            <a:ext cx="4965700" cy="927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373100" y="3429000"/>
            <a:ext cx="1841500" cy="1549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633200" y="4305300"/>
            <a:ext cx="4686300" cy="1092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658600" y="5118100"/>
            <a:ext cx="4483100" cy="927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765800" y="6070600"/>
            <a:ext cx="1854200" cy="1549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695700" y="6959600"/>
            <a:ext cx="5016500" cy="1092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051300" y="7772400"/>
            <a:ext cx="4508500" cy="927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833100" y="6070600"/>
            <a:ext cx="1854200" cy="1549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775700" y="6959600"/>
            <a:ext cx="5016500" cy="1092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826500" y="7772400"/>
            <a:ext cx="4826000" cy="927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193800" y="736600"/>
            <a:ext cx="12573000" cy="87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816100" y="1028700"/>
            <a:ext cx="12407900" cy="23368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78900" y="6235700"/>
            <a:ext cx="2247900" cy="1181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347200" y="7073900"/>
            <a:ext cx="7480300" cy="660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46200" y="800100"/>
            <a:ext cx="12382500" cy="812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71700" y="1028700"/>
            <a:ext cx="12077700" cy="2336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316200" y="9461500"/>
            <a:ext cx="3200400" cy="5461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5400000">
            <a:off x="1041400" y="3289300"/>
            <a:ext cx="5118100" cy="5295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5400000">
            <a:off x="2628900" y="3289300"/>
            <a:ext cx="5118100" cy="5295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004300" y="3314700"/>
            <a:ext cx="1943100" cy="508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150600" y="3314700"/>
            <a:ext cx="1943100" cy="508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284200" y="3314700"/>
            <a:ext cx="1943100" cy="5080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39800" y="3378200"/>
            <a:ext cx="6883400" cy="5118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483600" y="3276600"/>
            <a:ext cx="2667000" cy="698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617200" y="3276600"/>
            <a:ext cx="2667000" cy="698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877800" y="3276600"/>
            <a:ext cx="2565400" cy="6985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3619500"/>
            <a:ext cx="6172200" cy="35306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374900" y="5168900"/>
            <a:ext cx="5905500" cy="35179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991600" y="3949700"/>
            <a:ext cx="8064500" cy="22225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448800" y="5219700"/>
            <a:ext cx="723900" cy="6604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0058400" y="7772400"/>
            <a:ext cx="6718300" cy="1244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058400" y="5334000"/>
            <a:ext cx="6134100" cy="1244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1493500" y="7137400"/>
            <a:ext cx="28194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3517900"/>
            <a:ext cx="15240000" cy="5143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295779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579100" y="6083300"/>
            <a:ext cx="22860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16200" y="9461500"/>
            <a:ext cx="3200400" cy="546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17300" y="3619500"/>
            <a:ext cx="4660900" cy="812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46200" y="800100"/>
            <a:ext cx="12382500" cy="812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71700" y="1028700"/>
            <a:ext cx="12077700" cy="2336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502900" y="3644900"/>
            <a:ext cx="7315200" cy="4572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458700" y="4178300"/>
            <a:ext cx="3416300" cy="736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522200" y="7188200"/>
            <a:ext cx="3238500" cy="11938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502900" y="5321300"/>
            <a:ext cx="7366000" cy="863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319000" y="5499100"/>
            <a:ext cx="3683000" cy="4318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5963900" y="5461000"/>
            <a:ext cx="317500" cy="381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394200" y="3759200"/>
            <a:ext cx="6769100" cy="2209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4394200" y="6210300"/>
            <a:ext cx="6819900" cy="2273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27100" y="3632200"/>
            <a:ext cx="4038600" cy="977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927100" y="6172200"/>
            <a:ext cx="40386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82700" y="4864100"/>
            <a:ext cx="3149600" cy="3149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312900" y="5207000"/>
            <a:ext cx="2489200" cy="2489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55700" y="4673600"/>
            <a:ext cx="12039600" cy="3543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76400" y="5156200"/>
            <a:ext cx="2565400" cy="256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483100" y="5156200"/>
            <a:ext cx="2565400" cy="256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302500" y="5156200"/>
            <a:ext cx="2565400" cy="256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525500" y="6299200"/>
            <a:ext cx="165100" cy="279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21900" y="5156200"/>
            <a:ext cx="2565400" cy="256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227300" y="5359400"/>
            <a:ext cx="6604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54100" y="736600"/>
            <a:ext cx="12750800" cy="876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209800" y="1028700"/>
            <a:ext cx="11976100" cy="2336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094200" y="9423400"/>
            <a:ext cx="520700" cy="546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2032000" y="3086100"/>
            <a:ext cx="19786600" cy="1092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071600" y="5930900"/>
            <a:ext cx="2921000" cy="838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516100" y="6464300"/>
            <a:ext cx="2247900" cy="5842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781800" y="5778500"/>
            <a:ext cx="3314700" cy="939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327900" y="6375400"/>
            <a:ext cx="2400300" cy="9271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31900" y="5829300"/>
            <a:ext cx="2959100" cy="876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460500" y="6413500"/>
            <a:ext cx="2628900" cy="660400"/>
          </a:xfrm>
          <a:prstGeom prst="rect">
            <a:avLst/>
          </a:prstGeom>
        </p:spPr>
      </p:pic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4241800" y="5664200"/>
            <a:ext cx="2743200" cy="876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4673600" y="6311900"/>
            <a:ext cx="2247900" cy="9271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9220200" y="5765800"/>
            <a:ext cx="3695700" cy="8763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9601200" y="6350000"/>
            <a:ext cx="3238500" cy="927100"/>
          </a:xfrm>
          <a:prstGeom prst="rect">
            <a:avLst/>
          </a:prstGeom>
        </p:spPr>
      </p:pic>
      <p:grpSp>
        <p:nvGrpSpPr>
          <p:cNvPr name="Group 35" id="3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783069300"/>
          </a:xfrm>
        </p:grpSpPr>
      </p:grpSp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7830693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5016500" y="6197600"/>
            <a:ext cx="4051300" cy="635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783069300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9220200" y="6197600"/>
            <a:ext cx="4051300" cy="6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7100" y="6654800"/>
            <a:ext cx="5130800" cy="1917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578600" y="6654800"/>
            <a:ext cx="5130800" cy="1917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30100" y="6654800"/>
            <a:ext cx="5130800" cy="19177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759200" y="3886200"/>
            <a:ext cx="5130800" cy="1917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0" y="3886200"/>
            <a:ext cx="5130800" cy="1917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01800" y="6819900"/>
            <a:ext cx="444500" cy="444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912100" y="6819900"/>
            <a:ext cx="444500" cy="444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474700" y="6819900"/>
            <a:ext cx="444500" cy="444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06900" y="9385300"/>
            <a:ext cx="520700" cy="546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6400800" y="3073400"/>
            <a:ext cx="24180800" cy="711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06600" y="800100"/>
            <a:ext cx="11785600" cy="812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40000" y="1028700"/>
            <a:ext cx="11684000" cy="2336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470400" y="3924300"/>
            <a:ext cx="3365500" cy="825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28800" y="6692900"/>
            <a:ext cx="3136900" cy="825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112000" y="6692900"/>
            <a:ext cx="3606800" cy="8255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779000" y="3886200"/>
            <a:ext cx="3771900" cy="863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738100" y="6692900"/>
            <a:ext cx="3606800" cy="825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00200" y="7721600"/>
            <a:ext cx="3924300" cy="8382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892300" y="7264400"/>
            <a:ext cx="3454400" cy="6223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4864100" y="4495800"/>
            <a:ext cx="2921000" cy="6223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0591800" y="4495800"/>
            <a:ext cx="2794000" cy="622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4533900" y="4914900"/>
            <a:ext cx="3632200" cy="838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0083800" y="4927600"/>
            <a:ext cx="3492500" cy="5334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7467600" y="7264400"/>
            <a:ext cx="3365500" cy="622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7010400" y="7721600"/>
            <a:ext cx="4406900" cy="838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2915900" y="7264400"/>
            <a:ext cx="3898900" cy="6223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208000" y="7721600"/>
            <a:ext cx="3302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347700" y="9423400"/>
            <a:ext cx="6159500" cy="546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800100"/>
            <a:ext cx="11785600" cy="812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40000" y="1028700"/>
            <a:ext cx="11684000" cy="2336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17600" y="3721100"/>
            <a:ext cx="7886700" cy="4660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271000" y="3721100"/>
            <a:ext cx="7886700" cy="46609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61023100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10800000">
            <a:off x="10668000" y="5181600"/>
            <a:ext cx="5168900" cy="25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912600" y="5524500"/>
            <a:ext cx="5003800" cy="660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912600" y="6502400"/>
            <a:ext cx="5003800" cy="160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97000" y="4686300"/>
            <a:ext cx="7251700" cy="698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97000" y="6273800"/>
            <a:ext cx="7251700" cy="1790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096000" y="4038600"/>
            <a:ext cx="11315700" cy="812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261600" y="4546600"/>
            <a:ext cx="6261100" cy="774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-1219200" y="4000500"/>
            <a:ext cx="10464800" cy="812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9563100" y="5397500"/>
            <a:ext cx="2489200" cy="2768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369800" y="5651500"/>
            <a:ext cx="3759200" cy="774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014200" y="6731000"/>
            <a:ext cx="4914900" cy="1536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-1358900" y="5600700"/>
            <a:ext cx="10591800" cy="812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739900" y="4851400"/>
            <a:ext cx="6464300" cy="7747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473200" y="6515100"/>
            <a:ext cx="7454900" cy="134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3517900"/>
            <a:ext cx="15240000" cy="5143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295779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013700" y="6083300"/>
            <a:ext cx="2286000" cy="12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52000" y="4686300"/>
            <a:ext cx="5207000" cy="2806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103100" y="6769100"/>
            <a:ext cx="5207000" cy="18669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84400" y="4724400"/>
            <a:ext cx="5194300" cy="2781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673600" y="6769100"/>
            <a:ext cx="5207000" cy="1866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106900" y="9423400"/>
            <a:ext cx="520700" cy="5461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006600" y="800100"/>
            <a:ext cx="11785600" cy="812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90700" y="1028700"/>
            <a:ext cx="12509500" cy="2324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794000" y="3924300"/>
            <a:ext cx="4203700" cy="812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934700" y="3924300"/>
            <a:ext cx="3860800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3924300"/>
            <a:ext cx="15240000" cy="473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19300" y="5461000"/>
            <a:ext cx="7785100" cy="28702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60000" y="6184900"/>
            <a:ext cx="6172200" cy="2146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388100" y="7378700"/>
            <a:ext cx="647700" cy="64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08000" y="9461500"/>
            <a:ext cx="6362700" cy="5461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3000" y="736600"/>
            <a:ext cx="12649200" cy="876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073400" y="1028700"/>
            <a:ext cx="11176000" cy="2324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3708400" y="2844800"/>
            <a:ext cx="21475700" cy="1092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943100" y="4076700"/>
            <a:ext cx="7912100" cy="2184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84400" y="5638800"/>
            <a:ext cx="7353300" cy="2603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058400" y="5575300"/>
            <a:ext cx="23241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88100" y="7378700"/>
            <a:ext cx="647700" cy="647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5867400"/>
            <a:ext cx="15240000" cy="279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182600" y="9461500"/>
            <a:ext cx="6413500" cy="5461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43000" y="736600"/>
            <a:ext cx="12649200" cy="876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073400" y="1028700"/>
            <a:ext cx="11176000" cy="23241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035300" y="4356100"/>
            <a:ext cx="4838700" cy="2946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452100" y="4394200"/>
            <a:ext cx="4686300" cy="28575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29577900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8013700" y="6553200"/>
            <a:ext cx="2286000" cy="12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222500" y="3683000"/>
            <a:ext cx="5181600" cy="838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372600" y="3683000"/>
            <a:ext cx="5181600" cy="83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12900" y="7264400"/>
            <a:ext cx="6540500" cy="1549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740900" y="7327900"/>
            <a:ext cx="5702300" cy="1549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-3873500" y="2844800"/>
            <a:ext cx="2165350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4025900"/>
            <a:ext cx="7886700" cy="4660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309100" y="4064000"/>
            <a:ext cx="7886700" cy="4660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10200" y="6642100"/>
            <a:ext cx="3149600" cy="2324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094200" y="9423400"/>
            <a:ext cx="546100" cy="533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3251200" y="2959100"/>
            <a:ext cx="21005800" cy="10922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43000" y="736600"/>
            <a:ext cx="12649200" cy="876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086100" y="1028700"/>
            <a:ext cx="11163300" cy="2324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841500" y="4267200"/>
            <a:ext cx="6591300" cy="35306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61023100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-10800000">
            <a:off x="11747500" y="4851400"/>
            <a:ext cx="2857500" cy="25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525000" y="4102100"/>
            <a:ext cx="6565900" cy="889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020300" y="5016500"/>
            <a:ext cx="6197600" cy="1765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11455400" y="6591300"/>
            <a:ext cx="165100" cy="279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15354300" y="6591300"/>
            <a:ext cx="165100" cy="279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452100" y="6870700"/>
            <a:ext cx="2019300" cy="1028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884400" y="6832600"/>
            <a:ext cx="1295400" cy="787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033000" y="7747000"/>
            <a:ext cx="68580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4025900"/>
            <a:ext cx="5397500" cy="4660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81800" y="3543300"/>
            <a:ext cx="10414000" cy="5168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78100" y="9461500"/>
            <a:ext cx="3276600" cy="5334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43000" y="736600"/>
            <a:ext cx="12649200" cy="876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086100" y="1028700"/>
            <a:ext cx="11163300" cy="23241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25600" y="2997200"/>
            <a:ext cx="4419600" cy="2387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97000" y="6718300"/>
            <a:ext cx="4648200" cy="13843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706100" y="3683000"/>
            <a:ext cx="7239000" cy="22225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706100" y="6159500"/>
            <a:ext cx="7239000" cy="22479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61023100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-10800000">
            <a:off x="9817100" y="6019800"/>
            <a:ext cx="5168900" cy="254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531100" y="4191000"/>
            <a:ext cx="2895600" cy="14859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531100" y="6515100"/>
            <a:ext cx="2895600" cy="1485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7327900" y="2946400"/>
            <a:ext cx="7277100" cy="889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333500" y="5600700"/>
            <a:ext cx="5118100" cy="1447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409700" y="6756400"/>
            <a:ext cx="4749800" cy="457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498600" y="7073900"/>
            <a:ext cx="4521200" cy="9525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6870700" y="4597400"/>
            <a:ext cx="6223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870700" y="6908800"/>
            <a:ext cx="622300" cy="8509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460500" y="8204200"/>
            <a:ext cx="4953000" cy="8890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460500" y="7962900"/>
            <a:ext cx="4064000" cy="6477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041400" y="8089900"/>
            <a:ext cx="57658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78100" y="9461500"/>
            <a:ext cx="3263900" cy="546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3000" y="736600"/>
            <a:ext cx="12649200" cy="876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086100" y="1028700"/>
            <a:ext cx="11163300" cy="2324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18200" y="5295900"/>
            <a:ext cx="1930400" cy="9017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92200" y="3213100"/>
            <a:ext cx="7886700" cy="54737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87500" y="5943600"/>
            <a:ext cx="2705100" cy="18796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724400" y="6210300"/>
            <a:ext cx="3937000" cy="1625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89100" y="3378200"/>
            <a:ext cx="6197600" cy="965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917700" y="4102100"/>
            <a:ext cx="6197600" cy="1447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362200" y="5219700"/>
            <a:ext cx="927100" cy="673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695700" y="5283200"/>
            <a:ext cx="2222500" cy="571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108200" y="7950200"/>
            <a:ext cx="6578600" cy="787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749800" y="5727700"/>
            <a:ext cx="4038600" cy="482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21800" y="3213100"/>
            <a:ext cx="7886700" cy="54737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579100" y="6400800"/>
            <a:ext cx="5181600" cy="2451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956800" y="5702300"/>
            <a:ext cx="6604000" cy="495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8966200" y="3352800"/>
            <a:ext cx="7099300" cy="9525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9906000" y="4089400"/>
            <a:ext cx="6883400" cy="1473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077700" y="5181600"/>
            <a:ext cx="3327400" cy="571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0731500" y="5727700"/>
            <a:ext cx="51181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4000500"/>
            <a:ext cx="3708400" cy="4660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049000" y="4000500"/>
            <a:ext cx="5803900" cy="4660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29200" y="4000500"/>
            <a:ext cx="5803900" cy="46609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97000" y="4419600"/>
            <a:ext cx="3149600" cy="1193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78100" y="9461500"/>
            <a:ext cx="3263900" cy="533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673100" y="2959100"/>
            <a:ext cx="18453100" cy="10922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3000" y="736600"/>
            <a:ext cx="12649200" cy="876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78100" y="1028700"/>
            <a:ext cx="12700000" cy="2324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1981200" y="3987800"/>
            <a:ext cx="7848600" cy="965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71600" y="5753100"/>
            <a:ext cx="3263900" cy="21082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71500" y="7404100"/>
            <a:ext cx="1727200" cy="1244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902200" y="6311900"/>
            <a:ext cx="165100" cy="2794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321300" y="4787900"/>
            <a:ext cx="3086100" cy="1663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308600" y="7340600"/>
            <a:ext cx="5232400" cy="1054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341100" y="7315200"/>
            <a:ext cx="5232400" cy="1054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400300" y="7569200"/>
            <a:ext cx="2273300" cy="1003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3060700" y="3987800"/>
            <a:ext cx="7747000" cy="965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9004300" y="3987800"/>
            <a:ext cx="7848600" cy="965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8470900" y="4597400"/>
            <a:ext cx="2336800" cy="2006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5676900" y="6604000"/>
            <a:ext cx="4889500" cy="11811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5270500" y="4889500"/>
            <a:ext cx="1447800" cy="495300"/>
          </a:xfrm>
          <a:prstGeom prst="rect">
            <a:avLst/>
          </a:prstGeom>
        </p:spPr>
      </p:pic>
      <p:grpSp>
        <p:nvGrpSpPr>
          <p:cNvPr name="Group 35" id="3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384800" y="7480300"/>
            <a:ext cx="4076700" cy="736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7353300" y="8204200"/>
            <a:ext cx="3086100" cy="6731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1264900" y="4826000"/>
            <a:ext cx="2781300" cy="1651000"/>
          </a:xfrm>
          <a:prstGeom prst="rect">
            <a:avLst/>
          </a:prstGeom>
        </p:spPr>
      </p:pic>
      <p:grpSp>
        <p:nvGrpSpPr>
          <p:cNvPr name="Group 41" id="4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2" id="42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1341100" y="4826000"/>
            <a:ext cx="2781300" cy="1651000"/>
          </a:xfrm>
          <a:prstGeom prst="rect">
            <a:avLst/>
          </a:prstGeom>
        </p:spPr>
      </p:pic>
      <p:grpSp>
        <p:nvGrpSpPr>
          <p:cNvPr name="Group 43" id="4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4" id="4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1404600" y="7480300"/>
            <a:ext cx="4432300" cy="6985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3322300" y="8140700"/>
            <a:ext cx="3124200" cy="838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8293100" y="7632700"/>
            <a:ext cx="2552700" cy="317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8318500" y="7962900"/>
            <a:ext cx="1320800" cy="3175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249400" y="4660900"/>
            <a:ext cx="2552700" cy="20066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1595100" y="6540500"/>
            <a:ext cx="46863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3924300"/>
            <a:ext cx="15240000" cy="47371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78100" y="9461500"/>
            <a:ext cx="3263900" cy="5461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736600"/>
            <a:ext cx="12649200" cy="876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111500" y="1028700"/>
            <a:ext cx="11201400" cy="2324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2451100" y="2959100"/>
            <a:ext cx="20231100" cy="1092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086100" y="4178300"/>
            <a:ext cx="6324600" cy="21082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39800" y="6527800"/>
            <a:ext cx="2006600" cy="21336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61023100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10800000">
            <a:off x="3251200" y="6337300"/>
            <a:ext cx="5943600" cy="254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25500" y="5041900"/>
            <a:ext cx="2222500" cy="9525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50900" y="3822700"/>
            <a:ext cx="2197100" cy="1155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829800" y="4991100"/>
            <a:ext cx="165100" cy="279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591800" y="4826000"/>
            <a:ext cx="5689600" cy="10668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591800" y="4559300"/>
            <a:ext cx="533400" cy="457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591800" y="5994400"/>
            <a:ext cx="5689600" cy="1270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591800" y="7404100"/>
            <a:ext cx="5689600" cy="1270000"/>
          </a:xfrm>
          <a:prstGeom prst="rect">
            <a:avLst/>
          </a:prstGeom>
        </p:spPr>
      </p:pic>
      <p:grpSp>
        <p:nvGrpSpPr>
          <p:cNvPr name="Group 31" id="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4833600" y="3644900"/>
            <a:ext cx="2590800" cy="1498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073400" y="6591300"/>
            <a:ext cx="6400800" cy="2108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71500" y="7124700"/>
            <a:ext cx="9372600" cy="8890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0871200" y="4584700"/>
            <a:ext cx="4140200" cy="609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8801100" y="3987800"/>
            <a:ext cx="7531100" cy="8890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0782300" y="4991100"/>
            <a:ext cx="5346700" cy="9017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0782300" y="6096000"/>
            <a:ext cx="5867400" cy="1219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617200" y="5791200"/>
            <a:ext cx="1676400" cy="609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0617200" y="7188200"/>
            <a:ext cx="1485900" cy="609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0782300" y="7505700"/>
            <a:ext cx="54102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506200" y="9461500"/>
            <a:ext cx="8928100" cy="546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3000" y="736600"/>
            <a:ext cx="12649200" cy="87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8400" y="1549400"/>
            <a:ext cx="5219700" cy="72898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61023100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10800000">
            <a:off x="2844800" y="2463800"/>
            <a:ext cx="1854200" cy="254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120900" y="2679700"/>
            <a:ext cx="3302000" cy="201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70100" y="1714500"/>
            <a:ext cx="3200400" cy="977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477000" y="1549400"/>
            <a:ext cx="5219700" cy="7289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921500" y="1727200"/>
            <a:ext cx="4381500" cy="1473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785600" y="1549400"/>
            <a:ext cx="5219700" cy="72898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61023100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10800000">
            <a:off x="8153400" y="2959100"/>
            <a:ext cx="1854200" cy="254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61023100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10800000">
            <a:off x="13462000" y="2603500"/>
            <a:ext cx="1854200" cy="254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71600" y="7874000"/>
            <a:ext cx="4800600" cy="7239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540500" y="7874000"/>
            <a:ext cx="5003800" cy="723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543800" y="3111500"/>
            <a:ext cx="3124200" cy="1930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217400" y="1714500"/>
            <a:ext cx="4318000" cy="1003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739900" y="4889500"/>
            <a:ext cx="4241800" cy="2819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63600" y="7416800"/>
            <a:ext cx="1270000" cy="647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604000" y="5118100"/>
            <a:ext cx="5181600" cy="2501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6311900" y="7442200"/>
            <a:ext cx="1270000" cy="647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7112000" y="8229600"/>
            <a:ext cx="2908300" cy="3810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997700" y="8089900"/>
            <a:ext cx="1816100" cy="1524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077700" y="4584700"/>
            <a:ext cx="4953000" cy="3136900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026900" y="2743200"/>
            <a:ext cx="1333500" cy="1231900"/>
          </a:xfrm>
          <a:prstGeom prst="rect">
            <a:avLst/>
          </a:prstGeom>
        </p:spPr>
      </p:pic>
      <p:grpSp>
        <p:nvGrpSpPr>
          <p:cNvPr name="Group 41" id="4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2" id="42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877800" y="2997200"/>
            <a:ext cx="3886200" cy="1473200"/>
          </a:xfrm>
          <a:prstGeom prst="rect">
            <a:avLst/>
          </a:prstGeom>
        </p:spPr>
      </p:pic>
      <p:grpSp>
        <p:nvGrpSpPr>
          <p:cNvPr name="Group 43" id="4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4" id="44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1950700" y="7874000"/>
            <a:ext cx="5422900" cy="7239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2484100" y="8128000"/>
            <a:ext cx="2298700" cy="1524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620500" y="7429500"/>
            <a:ext cx="1270000" cy="6477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2306300" y="8280400"/>
            <a:ext cx="27940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3517900"/>
            <a:ext cx="15240000" cy="5143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736600"/>
            <a:ext cx="12839700" cy="876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27200" y="927100"/>
            <a:ext cx="12547600" cy="2425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65400" y="9461500"/>
            <a:ext cx="3289300" cy="533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5422900" y="4457700"/>
            <a:ext cx="29133800" cy="51943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66900" y="3733800"/>
            <a:ext cx="3098800" cy="1676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766800" y="5092700"/>
            <a:ext cx="3035300" cy="1028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38300" y="3187700"/>
            <a:ext cx="3568700" cy="1320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105400" y="3657600"/>
            <a:ext cx="8534400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00200" y="800100"/>
            <a:ext cx="12128500" cy="81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67000" y="1028700"/>
            <a:ext cx="11569700" cy="232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78100" y="9461500"/>
            <a:ext cx="3276600" cy="5461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9800" y="9563100"/>
            <a:ext cx="292100" cy="292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06500" y="9550400"/>
            <a:ext cx="1384300" cy="6604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14500" y="3175000"/>
            <a:ext cx="14846300" cy="1219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073400" y="3746500"/>
            <a:ext cx="10261600" cy="635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70100" y="3238500"/>
            <a:ext cx="2082800" cy="8128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14500" y="4673600"/>
            <a:ext cx="14846300" cy="1219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073400" y="5257800"/>
            <a:ext cx="10744200" cy="635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082800" y="4775200"/>
            <a:ext cx="3289300" cy="12192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14500" y="6184900"/>
            <a:ext cx="14846300" cy="1219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073400" y="6756400"/>
            <a:ext cx="11544300" cy="635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082800" y="6273800"/>
            <a:ext cx="3022600" cy="12192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14500" y="7683500"/>
            <a:ext cx="14846300" cy="1219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073400" y="8255000"/>
            <a:ext cx="12763500" cy="635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082800" y="7785100"/>
            <a:ext cx="24257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787400"/>
            <a:ext cx="168021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9461500"/>
            <a:ext cx="17716500" cy="546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" y="5753100"/>
            <a:ext cx="2730500" cy="60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71500" y="5930900"/>
            <a:ext cx="6769100" cy="3289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81000" y="5727700"/>
            <a:ext cx="35433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52700" y="8153400"/>
            <a:ext cx="2311400" cy="8636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305800" y="9588500"/>
            <a:ext cx="292100" cy="292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585200" y="9563100"/>
            <a:ext cx="1384300" cy="660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204700" y="965200"/>
            <a:ext cx="7073900" cy="457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01700" y="977900"/>
            <a:ext cx="901700" cy="71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